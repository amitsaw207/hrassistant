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9" r:id="rId3"/>
    <p:sldId id="262" r:id="rId4"/>
    <p:sldId id="282" r:id="rId5"/>
    <p:sldId id="264" r:id="rId6"/>
    <p:sldId id="266" r:id="rId7"/>
    <p:sldId id="268" r:id="rId8"/>
    <p:sldId id="283" r:id="rId9"/>
    <p:sldId id="281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3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60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8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5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0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3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3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4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6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3394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73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04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40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37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58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5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AI-Powered HR Policy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-Amit Sawant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2" y="1113511"/>
            <a:ext cx="9939820" cy="553871"/>
          </a:xfrm>
        </p:spPr>
        <p:txBody>
          <a:bodyPr/>
          <a:lstStyle/>
          <a:p>
            <a:r>
              <a:rPr dirty="0"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06" y="2011743"/>
            <a:ext cx="9939820" cy="1734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400" dirty="0"/>
              <a:t>Employees spend time searching through lengthy HR documents</a:t>
            </a:r>
            <a:endParaRPr lang="en-US" sz="1400" dirty="0"/>
          </a:p>
          <a:p>
            <a:pPr marL="0" indent="0">
              <a:buNone/>
            </a:pPr>
            <a:r>
              <a:rPr sz="1400" dirty="0"/>
              <a:t>Frequent manual HR support requests for simple policy questions</a:t>
            </a:r>
            <a:endParaRPr lang="en-US" sz="1400" dirty="0"/>
          </a:p>
          <a:p>
            <a:pPr marL="0" indent="0">
              <a:buNone/>
            </a:pPr>
            <a:r>
              <a:rPr sz="1400" dirty="0"/>
              <a:t>Inconsistent information access across the organization</a:t>
            </a:r>
          </a:p>
          <a:p>
            <a:pPr marL="0" indent="0">
              <a:buNone/>
            </a:pPr>
            <a:r>
              <a:rPr sz="1400" dirty="0"/>
              <a:t>No centralized natural-language search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F80A8-B421-9F5B-288E-2F0A186A1CF0}"/>
              </a:ext>
            </a:extLst>
          </p:cNvPr>
          <p:cNvSpPr txBox="1"/>
          <p:nvPr/>
        </p:nvSpPr>
        <p:spPr>
          <a:xfrm>
            <a:off x="429306" y="3536546"/>
            <a:ext cx="6094476" cy="553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99" dirty="0"/>
              <a:t>The Impact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C8406-31AB-BB33-F00B-FF6EE752D832}"/>
              </a:ext>
            </a:extLst>
          </p:cNvPr>
          <p:cNvSpPr txBox="1">
            <a:spLocks/>
          </p:cNvSpPr>
          <p:nvPr/>
        </p:nvSpPr>
        <p:spPr>
          <a:xfrm>
            <a:off x="420682" y="4273296"/>
            <a:ext cx="9939820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126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531" indent="0" algn="l" defTabSz="914126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063" indent="0" algn="l" defTabSz="914126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94" indent="0" algn="l" defTabSz="914126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126" indent="0" algn="l" defTabSz="914126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- Reduced HR team productivity</a:t>
            </a:r>
          </a:p>
          <a:p>
            <a:r>
              <a:rPr lang="en-US" dirty="0"/>
              <a:t>Employee frustration with policy access</a:t>
            </a:r>
          </a:p>
          <a:p>
            <a:r>
              <a:rPr lang="en-US" dirty="0"/>
              <a:t>Delayed response times</a:t>
            </a:r>
          </a:p>
          <a:p>
            <a:r>
              <a:rPr lang="en-US" dirty="0"/>
              <a:t>Potential compliance gaps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882306"/>
          </a:xfrm>
        </p:spPr>
        <p:txBody>
          <a:bodyPr/>
          <a:lstStyle/>
          <a:p>
            <a:r>
              <a:rPr dirty="0"/>
              <a:t>AI-Powered HR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29" y="1668871"/>
            <a:ext cx="8944211" cy="4195481"/>
          </a:xfrm>
        </p:spPr>
        <p:txBody>
          <a:bodyPr>
            <a:normAutofit fontScale="92500"/>
          </a:bodyPr>
          <a:lstStyle/>
          <a:p>
            <a:r>
              <a:rPr dirty="0"/>
              <a:t>Key Benefits</a:t>
            </a:r>
          </a:p>
          <a:p>
            <a:r>
              <a:rPr dirty="0"/>
              <a:t>Instant Access** - Answer HR policy questions in seconds</a:t>
            </a:r>
          </a:p>
          <a:p>
            <a:r>
              <a:rPr dirty="0"/>
              <a:t>Natural Language** - Ask questions in your own words</a:t>
            </a:r>
          </a:p>
          <a:p>
            <a:r>
              <a:rPr dirty="0"/>
              <a:t>Source References** - View exact policy documents and page numbers</a:t>
            </a:r>
          </a:p>
          <a:p>
            <a:r>
              <a:rPr dirty="0"/>
              <a:t>Reduced Workload** - Free HR team from repetitive queries</a:t>
            </a:r>
          </a:p>
          <a:p>
            <a:r>
              <a:rPr dirty="0"/>
              <a:t>Auto Re-indexing** - Policy updates reflected immediately</a:t>
            </a:r>
          </a:p>
          <a:p>
            <a:r>
              <a:rPr dirty="0"/>
              <a:t>Who Benefits?</a:t>
            </a:r>
          </a:p>
          <a:p>
            <a:r>
              <a:rPr dirty="0"/>
              <a:t>Employees: Faster access to HR information</a:t>
            </a:r>
          </a:p>
          <a:p>
            <a:r>
              <a:rPr dirty="0"/>
              <a:t>HR Admins: Less manual support needed</a:t>
            </a:r>
          </a:p>
          <a:p>
            <a:r>
              <a:rPr dirty="0"/>
              <a:t>Organization: Improved HR efficiency and compliance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29F0-1A84-CF86-7F1C-ED29482B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6909-CFCC-6DAD-3692-1465CA520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974" y="1853248"/>
            <a:ext cx="8944211" cy="419548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Frontend:</a:t>
            </a:r>
            <a:r>
              <a:rPr lang="en-US" dirty="0"/>
              <a:t> Angular</a:t>
            </a:r>
          </a:p>
          <a:p>
            <a:pPr lvl="0"/>
            <a:r>
              <a:rPr lang="en-US" b="1" dirty="0"/>
              <a:t>UI Framework:</a:t>
            </a:r>
            <a:r>
              <a:rPr lang="en-US" dirty="0"/>
              <a:t> Bootstrap and Bootstrap Icons</a:t>
            </a:r>
          </a:p>
          <a:p>
            <a:pPr lvl="0"/>
            <a:r>
              <a:rPr lang="en-US" b="1" dirty="0"/>
              <a:t>Backend:</a:t>
            </a:r>
            <a:r>
              <a:rPr lang="en-US" dirty="0"/>
              <a:t> Python and </a:t>
            </a:r>
            <a:r>
              <a:rPr lang="en-US" dirty="0" err="1"/>
              <a:t>FastAPI</a:t>
            </a:r>
            <a:endParaRPr lang="en-US" dirty="0"/>
          </a:p>
          <a:p>
            <a:pPr lvl="0"/>
            <a:r>
              <a:rPr lang="en-US" b="1" dirty="0"/>
              <a:t>AI Orchestration:</a:t>
            </a:r>
            <a:r>
              <a:rPr lang="en-US" dirty="0"/>
              <a:t> </a:t>
            </a:r>
            <a:r>
              <a:rPr lang="en-US" dirty="0" err="1"/>
              <a:t>LangChain</a:t>
            </a:r>
            <a:endParaRPr lang="en-US" dirty="0"/>
          </a:p>
          <a:p>
            <a:pPr lvl="0"/>
            <a:r>
              <a:rPr lang="en-US" b="1" dirty="0"/>
              <a:t>Chat Model:</a:t>
            </a:r>
            <a:r>
              <a:rPr lang="en-US" dirty="0"/>
              <a:t> Azure AI chat model</a:t>
            </a:r>
          </a:p>
          <a:p>
            <a:pPr lvl="0"/>
            <a:r>
              <a:rPr lang="en-US" b="1" dirty="0"/>
              <a:t>Embedding Model:</a:t>
            </a:r>
            <a:r>
              <a:rPr lang="en-US" dirty="0"/>
              <a:t> Azure embedding model</a:t>
            </a:r>
          </a:p>
          <a:p>
            <a:pPr lvl="0"/>
            <a:r>
              <a:rPr lang="en-US" b="1" dirty="0"/>
              <a:t>Vector Database:</a:t>
            </a:r>
            <a:r>
              <a:rPr lang="en-US" dirty="0"/>
              <a:t> </a:t>
            </a:r>
            <a:r>
              <a:rPr lang="en-US" dirty="0" err="1"/>
              <a:t>ChromaDB</a:t>
            </a:r>
            <a:endParaRPr lang="en-US" dirty="0"/>
          </a:p>
          <a:p>
            <a:pPr lvl="0"/>
            <a:r>
              <a:rPr lang="en-US" b="1" dirty="0"/>
              <a:t>Document Processing:</a:t>
            </a:r>
            <a:r>
              <a:rPr lang="en-US" dirty="0"/>
              <a:t> PDF, DOCX, and TXT support</a:t>
            </a:r>
          </a:p>
          <a:p>
            <a:pPr lvl="0"/>
            <a:r>
              <a:rPr lang="en-US" b="1" dirty="0"/>
              <a:t>API Documentation:</a:t>
            </a:r>
            <a:r>
              <a:rPr lang="en-US" dirty="0"/>
              <a:t> </a:t>
            </a:r>
            <a:r>
              <a:rPr lang="en-US" dirty="0" err="1"/>
              <a:t>FastAPI</a:t>
            </a:r>
            <a:r>
              <a:rPr lang="en-US" dirty="0"/>
              <a:t> Swagger/</a:t>
            </a:r>
            <a:r>
              <a:rPr lang="en-US" dirty="0" err="1"/>
              <a:t>OpenAPI</a:t>
            </a:r>
            <a:endParaRPr lang="en-US" dirty="0"/>
          </a:p>
          <a:p>
            <a:pPr lvl="0"/>
            <a:r>
              <a:rPr lang="en-US" b="1" dirty="0"/>
              <a:t>Authentication:</a:t>
            </a:r>
            <a:r>
              <a:rPr lang="en-US" dirty="0"/>
              <a:t> Angular demo login with employee and HR roles</a:t>
            </a:r>
          </a:p>
          <a:p>
            <a:pPr lvl="0"/>
            <a:r>
              <a:rPr lang="en-US" b="1" dirty="0"/>
              <a:t>Communication:</a:t>
            </a:r>
            <a:r>
              <a:rPr lang="en-US" dirty="0"/>
              <a:t> REST APIs between Angular and </a:t>
            </a:r>
            <a:r>
              <a:rPr lang="en-US" dirty="0" err="1"/>
              <a:t>FastAPI</a:t>
            </a:r>
            <a:endParaRPr lang="en-US" dirty="0"/>
          </a:p>
          <a:p>
            <a:pPr lvl="0"/>
            <a:r>
              <a:rPr lang="en-US" b="1" dirty="0"/>
              <a:t>Development Tools:</a:t>
            </a:r>
            <a:r>
              <a:rPr lang="en-US" dirty="0"/>
              <a:t> Visual Studio Code, PowerShell, Git, </a:t>
            </a:r>
            <a:r>
              <a:rPr lang="en-US" dirty="0" err="1"/>
              <a:t>npm</a:t>
            </a:r>
            <a:r>
              <a:rPr lang="en-US" dirty="0"/>
              <a:t>, and Python virtual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66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High-Level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Frontend Layer</a:t>
            </a:r>
          </a:p>
          <a:p>
            <a:r>
              <a:t>Angular with Bootstrap UI</a:t>
            </a:r>
          </a:p>
          <a:p>
            <a:r>
              <a:t>Role-based login (Employee / HR Admin)</a:t>
            </a:r>
          </a:p>
          <a:p>
            <a:r>
              <a:t>Responsive chat and admin interfaces</a:t>
            </a:r>
          </a:p>
          <a:p>
            <a:r>
              <a:t>Backend Layer</a:t>
            </a:r>
          </a:p>
          <a:p>
            <a:r>
              <a:t>Python FastAPI for REST APIs</a:t>
            </a:r>
          </a:p>
          <a:p>
            <a:r>
              <a:t>LangChain for RAG orchestration</a:t>
            </a:r>
          </a:p>
          <a:p>
            <a:r>
              <a:t>Azure OpenAI client integration</a:t>
            </a:r>
          </a:p>
          <a:p>
            <a:r>
              <a:t>AI &amp; Vector Layer</a:t>
            </a:r>
          </a:p>
          <a:p>
            <a:r>
              <a:t>Azure Chat Model for responses</a:t>
            </a:r>
          </a:p>
          <a:p>
            <a:r>
              <a:t>Azure Embedding Model for semantics</a:t>
            </a:r>
          </a:p>
          <a:p>
            <a:r>
              <a:t>ChromaDB for vector storage</a:t>
            </a:r>
          </a:p>
          <a:p>
            <a:r>
              <a:t>Storage</a:t>
            </a:r>
          </a:p>
          <a:p>
            <a:r>
              <a:t>PDF, DOCX, TXT document support</a:t>
            </a:r>
          </a:p>
          <a:p>
            <a:r>
              <a:t>Vector embeddings with metadata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Employee</a:t>
            </a:r>
            <a:r>
              <a:rPr lang="en-US" dirty="0"/>
              <a:t> </a:t>
            </a:r>
            <a:r>
              <a:rPr lang="en-US" sz="3200" dirty="0"/>
              <a:t>Capabilities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 in with credentials</a:t>
            </a:r>
          </a:p>
          <a:p>
            <a:r>
              <a:rPr dirty="0"/>
              <a:t>Ask HR policy questions in natural language</a:t>
            </a:r>
          </a:p>
          <a:p>
            <a:r>
              <a:rPr dirty="0"/>
              <a:t>View AI-generated answers</a:t>
            </a:r>
          </a:p>
          <a:p>
            <a:r>
              <a:rPr dirty="0"/>
              <a:t>Access source documents</a:t>
            </a:r>
          </a:p>
          <a:p>
            <a:r>
              <a:rPr dirty="0"/>
              <a:t>See relevant page numbers</a:t>
            </a:r>
          </a:p>
          <a:p>
            <a:r>
              <a:rPr dirty="0"/>
              <a:t>Example Interaction</a:t>
            </a:r>
          </a:p>
          <a:p>
            <a:r>
              <a:rPr dirty="0"/>
              <a:t>Question:** "How many annual leave days am I entitled to?"</a:t>
            </a:r>
          </a:p>
          <a:p>
            <a:r>
              <a:rPr dirty="0"/>
              <a:t>Answer:** Retrieved from policy with source reference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HR Administrator</a:t>
            </a:r>
            <a:r>
              <a:rPr lang="en-US" dirty="0"/>
              <a:t> Capabilities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 in with admin credentials</a:t>
            </a:r>
          </a:p>
          <a:p>
            <a:r>
              <a:rPr dirty="0"/>
              <a:t>Upload new policy documents</a:t>
            </a:r>
          </a:p>
          <a:p>
            <a:r>
              <a:rPr dirty="0"/>
              <a:t>View all indexed policies</a:t>
            </a:r>
          </a:p>
          <a:p>
            <a:r>
              <a:rPr dirty="0"/>
              <a:t>Replace existing policies</a:t>
            </a:r>
          </a:p>
          <a:p>
            <a:r>
              <a:rPr dirty="0"/>
              <a:t>Trigger re-indexing automatically</a:t>
            </a:r>
          </a:p>
          <a:p>
            <a:r>
              <a:rPr dirty="0"/>
              <a:t>Supported Formats</a:t>
            </a:r>
          </a:p>
          <a:p>
            <a:r>
              <a:rPr dirty="0"/>
              <a:t>PDF files</a:t>
            </a:r>
          </a:p>
          <a:p>
            <a:r>
              <a:rPr dirty="0"/>
              <a:t>Word documents (DOCX)</a:t>
            </a:r>
          </a:p>
          <a:p>
            <a:r>
              <a:rPr dirty="0"/>
              <a:t>Text files (TXT)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765B-D8E3-4604-2A22-72CAB382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909738"/>
          </a:xfrm>
        </p:spPr>
        <p:txBody>
          <a:bodyPr/>
          <a:lstStyle/>
          <a:p>
            <a:r>
              <a:rPr lang="en-US" dirty="0"/>
              <a:t>Future Enhancements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F1A6E-42CB-BFD0-ECCE-BB63453E8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841" y="1586575"/>
            <a:ext cx="8944211" cy="419548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Add backend JWT authentication and role-based authorization.</a:t>
            </a:r>
          </a:p>
          <a:p>
            <a:pPr lvl="0"/>
            <a:r>
              <a:rPr lang="en-US" dirty="0"/>
              <a:t>Move from local </a:t>
            </a:r>
            <a:r>
              <a:rPr lang="en-US" dirty="0" err="1"/>
              <a:t>ChromaDB</a:t>
            </a:r>
            <a:r>
              <a:rPr lang="en-US" dirty="0"/>
              <a:t> to Azure AI Search for managed vector search.</a:t>
            </a:r>
          </a:p>
          <a:p>
            <a:pPr lvl="0"/>
            <a:r>
              <a:rPr lang="en-US" dirty="0"/>
              <a:t>Add OCR support for scanned PDF documents.</a:t>
            </a:r>
          </a:p>
          <a:p>
            <a:pPr lvl="0"/>
            <a:r>
              <a:rPr lang="en-US" dirty="0"/>
              <a:t>Add policy version history and approval workflows.</a:t>
            </a:r>
          </a:p>
          <a:p>
            <a:pPr lvl="0"/>
            <a:r>
              <a:rPr lang="en-US" dirty="0"/>
              <a:t>Add delete and archive policy functionality.</a:t>
            </a:r>
          </a:p>
          <a:p>
            <a:pPr lvl="0"/>
            <a:r>
              <a:rPr lang="en-US" dirty="0"/>
              <a:t>Store document metadata in a relational database.</a:t>
            </a:r>
          </a:p>
          <a:p>
            <a:pPr lvl="0"/>
            <a:r>
              <a:rPr lang="en-US" dirty="0"/>
              <a:t>Add audit logs for policy uploads, updates, and deletions.</a:t>
            </a:r>
          </a:p>
          <a:p>
            <a:pPr lvl="0"/>
            <a:r>
              <a:rPr lang="en-US" dirty="0"/>
              <a:t>Add automated evaluation using predefined HR questions and expected answers.</a:t>
            </a:r>
          </a:p>
          <a:p>
            <a:pPr lvl="0"/>
            <a:r>
              <a:rPr lang="en-US" dirty="0"/>
              <a:t>Add multilingual policy question answering.</a:t>
            </a:r>
          </a:p>
          <a:p>
            <a:pPr lvl="0"/>
            <a:r>
              <a:rPr lang="en-US" dirty="0"/>
              <a:t>Add </a:t>
            </a:r>
            <a:r>
              <a:rPr lang="en-US" dirty="0" err="1"/>
              <a:t>AutoGen</a:t>
            </a:r>
            <a:r>
              <a:rPr lang="en-US" dirty="0"/>
              <a:t> or agent-based validation for complex workflows.</a:t>
            </a:r>
          </a:p>
          <a:p>
            <a:pPr lvl="0"/>
            <a:r>
              <a:rPr lang="en-US" dirty="0"/>
              <a:t>Deploy the application using Azure App Service, Container Apps, or Azure Static Web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03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7975" y="2491830"/>
            <a:ext cx="9402274" cy="1400530"/>
          </a:xfrm>
        </p:spPr>
        <p:txBody>
          <a:bodyPr/>
          <a:lstStyle/>
          <a:p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485</Words>
  <Application>Microsoft Office PowerPoint</Application>
  <PresentationFormat>Custom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AI-Powered HR Policy Assistant</vt:lpstr>
      <vt:lpstr>The Challenge</vt:lpstr>
      <vt:lpstr>AI-Powered HR Assistant</vt:lpstr>
      <vt:lpstr>Technology Stack </vt:lpstr>
      <vt:lpstr>High-Level System Design</vt:lpstr>
      <vt:lpstr>Employee Capabilities</vt:lpstr>
      <vt:lpstr>HR Administrator Capabilities</vt:lpstr>
      <vt:lpstr>Future Enhancements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Sawant</cp:lastModifiedBy>
  <cp:revision>4</cp:revision>
  <dcterms:created xsi:type="dcterms:W3CDTF">2013-01-27T09:14:16Z</dcterms:created>
  <dcterms:modified xsi:type="dcterms:W3CDTF">2026-08-23T04:45:07Z</dcterms:modified>
  <cp:category/>
</cp:coreProperties>
</file>